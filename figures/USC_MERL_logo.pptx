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5501" y="-29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3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31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7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7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7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5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9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2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1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04320-9176-4969-A381-3B91FB5944B8}" type="datetimeFigureOut">
              <a:rPr lang="en-US" smtClean="0"/>
              <a:t>5/25/2017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40F80-9BB5-4EC5-A914-1609F78812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2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23" y="-63828"/>
            <a:ext cx="10826497" cy="3383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705" y="3377479"/>
            <a:ext cx="7782233" cy="326562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148343" y="3379080"/>
            <a:ext cx="830825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0047683" y="3377479"/>
            <a:ext cx="1" cy="347068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860751" y="6647011"/>
            <a:ext cx="830825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69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LaLaMeow</dc:creator>
  <cp:lastModifiedBy>LaLaMeow</cp:lastModifiedBy>
  <cp:revision>9</cp:revision>
  <dcterms:created xsi:type="dcterms:W3CDTF">2017-05-25T23:15:28Z</dcterms:created>
  <dcterms:modified xsi:type="dcterms:W3CDTF">2017-05-26T00:12:40Z</dcterms:modified>
</cp:coreProperties>
</file>